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🧠 AI Study Assistant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B4FC"/>
                </a:solidFill>
              </a:rPr>
              <a:t>Visual Mind Map &amp; Revision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Easy-to-Study Diagrammatic Summary • Clear English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Master Mind Map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718304" y="2926080"/>
            <a:ext cx="2743200" cy="1097280"/>
          </a:xfrm>
          <a:prstGeom prst="roundRect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18304" y="29260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STUDY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ASSISTANT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97280"/>
            <a:ext cx="3657600" cy="457200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Input &amp; Processing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691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PDF Note Upload (Lectures &amp; Textbooks)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137160" cy="1371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Extraction (Gemini / OpenAI API)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843784"/>
            <a:ext cx="137160" cy="1371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75234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Automated Parsing (pdf-parse &amp; Multer)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99832" y="10972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9832" y="1097280"/>
            <a:ext cx="3657600" cy="4572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891272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Core Study Aids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82712" y="178308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1691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Key Concept Summaries (Essential formulas &amp; definitions)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82712" y="231343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Active Recall Flashcards (Q&amp;A pairs)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82712" y="2843784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11312" y="275234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MCQ Quizzes (Multiple choice self-tests)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31920"/>
            <a:ext cx="3657600" cy="457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Learning Science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61772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4526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Active Recall (Stimulates active memory retrieval)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5148072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5056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Spaced Repetition (Combats forgetting curve over time)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5678424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558698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Immediate Feedback (Identifies knowledge gaps instantly)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99832" y="393192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99832" y="3931920"/>
            <a:ext cx="3657600" cy="45720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7891272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System Architecture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82712" y="4617720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8211312" y="4526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Frontend: React 19 + Vite + Tailwind CSS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82712" y="514807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8211312" y="5056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Backend: Node.js + Express + MongoDB Atlas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82712" y="5678424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8211312" y="558698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DevOps: Docker Containers + Nginx + GitHub Actions CI/CD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Mind Map Branch: 1. Input &amp; 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645920"/>
            <a:ext cx="1371600" cy="13716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Branch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1. Input &amp; Processing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Core revision pillar of the AI Study Assistant.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548640" cy="1325880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8016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PDF Note Upload (Lectures &amp; Textbooks)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78892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88920"/>
            <a:ext cx="548640" cy="1325880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78892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AI Extraction (Gemini / OpenAI API)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429768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4297680"/>
            <a:ext cx="548640" cy="1325880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429768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Automated Parsing (pdf-parse &amp; Multer)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Mind Map Branch: 2. Core Study Aids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645920"/>
            <a:ext cx="1371600" cy="1371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Branch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2. Core Study Aids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Core revision pillar of the AI Study Assistant.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548640" cy="1325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8016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Key Concept Summaries (Essential formulas &amp; definitions)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78892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88920"/>
            <a:ext cx="548640" cy="1325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78892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Active Recall Flashcards (Q&amp;A pairs)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429768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4297680"/>
            <a:ext cx="548640" cy="1325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429768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MCQ Quizzes (Multiple choice self-tests)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Mind Map Branch: 3. Learning Science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64592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Branch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3. Learning Science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Core revision pillar of the AI Study Assistant.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548640" cy="13258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8016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Active Recall (Stimulates active memory retrieval)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78892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88920"/>
            <a:ext cx="548640" cy="13258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78892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Spaced Repetition (Combats forgetting curve over time)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429768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4297680"/>
            <a:ext cx="548640" cy="13258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429768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Immediate Feedback (Identifies knowledge gaps instantly)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Mind Map Branch: 4.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645920"/>
            <a:ext cx="1371600" cy="1371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Branch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4. System 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Core revision pillar of the AI Study Assistant.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548640" cy="132588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8016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Frontend: React 19 + Vite + Tailwind CSS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78892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88920"/>
            <a:ext cx="548640" cy="132588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78892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Backend: Node.js + Express + MongoDB Atlas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4297680"/>
            <a:ext cx="7132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4297680"/>
            <a:ext cx="548640" cy="132588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4297680"/>
            <a:ext cx="548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DevOps: Docker Containers + Nginx + GitHub Actions CI/CD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Assistant - Visual Study Mind Map</dc:title>
  <dc:subject>PptxGenJS Presentation</dc:subject>
  <dc:creator>AI Study Assistant</dc:creator>
  <cp:lastModifiedBy>AI Study Assistant</cp:lastModifiedBy>
  <cp:revision>1</cp:revision>
  <dcterms:created xsi:type="dcterms:W3CDTF">2026-09-08T14:15:22Z</dcterms:created>
  <dcterms:modified xsi:type="dcterms:W3CDTF">2026-09-08T14:15:22Z</dcterms:modified>
</cp:coreProperties>
</file>