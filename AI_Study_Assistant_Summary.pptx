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AI Study Assistant - Comprehensive Revision Guide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5B4FC"/>
                </a:solidFill>
              </a:rPr>
              <a:t>Easy-to-Study Summary &amp; PowerPoint Slide Deck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</a:rPr>
              <a:t>Clear English Summary • AI Study Assistant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Revision Concepts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7259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444752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447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737360" y="132588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AI-Powered Note Synthesis: Automatically transforms dense PDF textbooks and lecture slides into clean, bite-sized revision points.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107259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79192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6791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37360" y="256032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Active Recall &amp; Self-Testing: Generates flashcards and MCQ quizzes engineered to optimize memory retention and exam preparation.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657600"/>
            <a:ext cx="107259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913632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37360" y="379476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Structured Knowledge Breakdown: Groups complex subject matter into clear definitions, key formulas, and exam-focused takeaways.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892040"/>
            <a:ext cx="1072591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5148072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1480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37360" y="502920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</a:rPr>
              <a:t>Instant Feedback &amp; Tracking: Interactive quiz modes highlight weak areas immediately so you focus your study time effectively.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312E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Revision Flashcards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10725912" cy="10972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325880"/>
            <a:ext cx="10149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30A3"/>
                </a:solidFill>
              </a:rPr>
              <a:t>Q: What is Active Recall and why is it effective?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10725912" cy="1097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560320"/>
            <a:ext cx="10149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5F46"/>
                </a:solidFill>
              </a:rPr>
              <a:t>A: Active Recall is a learning method where you retrieve information from memory without looking at notes. It builds stronger neural pathways and dramatically improves retention.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749040"/>
            <a:ext cx="10725912" cy="10972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886200"/>
            <a:ext cx="10149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30A3"/>
                </a:solidFill>
              </a:rPr>
              <a:t>Q: What are the three core study modules provided by the system?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983480"/>
            <a:ext cx="10725912" cy="1097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5120640"/>
            <a:ext cx="10149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5F46"/>
                </a:solidFill>
              </a:rPr>
              <a:t>A: 1) Key Concept Summaries for quick overview, 2) Flashcards for active recall, and 3) MCQ Quizzes for self-assessment.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65F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Self-Assessment Quiz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</a:rPr>
              <a:t>1. Which studying technique provides the highest long-term retention rate?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A. Passive re-reading of textbook chapters 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926080"/>
            <a:ext cx="10725912" cy="777240"/>
          </a:xfrm>
          <a:prstGeom prst="roundRect">
            <a:avLst/>
          </a:prstGeom>
          <a:solidFill>
            <a:srgbClr val="D1FAE5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B. Active recall and self-testing  (Correct Answer ✓)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84048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931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C. Highlighting sentences in notes 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75488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46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</a:rPr>
              <a:t>D. Copying notes word-for-word 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Study Assistant - Comprehensive Revision Guide</dc:title>
  <dc:subject>PptxGenJS Presentation</dc:subject>
  <dc:creator>AI Study Assistant</dc:creator>
  <cp:lastModifiedBy>AI Study Assistant</cp:lastModifiedBy>
  <cp:revision>1</cp:revision>
  <dcterms:created xsi:type="dcterms:W3CDTF">2026-09-08T14:07:03Z</dcterms:created>
  <dcterms:modified xsi:type="dcterms:W3CDTF">2026-09-08T14:07:03Z</dcterms:modified>
</cp:coreProperties>
</file>